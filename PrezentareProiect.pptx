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22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151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81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49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17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03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31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263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799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47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72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C4950-A1D0-45C1-AF0C-D825DD134B01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BA5F4-2D70-4AF5-A10D-88F50ED93C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01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8FB3D-DAFE-017F-A92B-413A166811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Proiect TSS</a:t>
            </a:r>
            <a:br>
              <a:rPr lang="en-US"/>
            </a:br>
            <a:r>
              <a:rPr lang="en-US"/>
              <a:t>Testare Unitara in Python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B3F8A2-AE3D-40C0-F65F-FA2EDE7B3F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Balaur Sebastian-George</a:t>
            </a:r>
          </a:p>
          <a:p>
            <a:r>
              <a:rPr lang="en-US"/>
              <a:t>Enache-Preoteasa David</a:t>
            </a:r>
          </a:p>
          <a:p>
            <a:r>
              <a:rPr lang="en-US"/>
              <a:t>Sima Mihai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075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E94B4-7501-2A97-6BC6-A9EB5758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0018"/>
          </a:xfrm>
        </p:spPr>
        <p:txBody>
          <a:bodyPr>
            <a:normAutofit fontScale="90000"/>
          </a:bodyPr>
          <a:lstStyle/>
          <a:p>
            <a:r>
              <a:rPr lang="it-IT" dirty="0"/>
              <a:t>Partitionare in clase de echivalenta (Equivalence partitioning)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38083-195A-A48A-1DCA-A1F4C5158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05742" y="4539343"/>
            <a:ext cx="2688771" cy="163761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C1 - (80,80,80)</a:t>
            </a:r>
          </a:p>
          <a:p>
            <a:r>
              <a:rPr lang="en-US" dirty="0"/>
              <a:t>C2 - (80,80,40)</a:t>
            </a:r>
          </a:p>
          <a:p>
            <a:r>
              <a:rPr lang="en-US" dirty="0"/>
              <a:t>C3 - (40,40,80)</a:t>
            </a:r>
          </a:p>
          <a:p>
            <a:r>
              <a:rPr lang="en-US" dirty="0"/>
              <a:t>C4- (-10,80,80)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6396DA-7787-5759-2BA6-4A595992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5256" y="4539343"/>
            <a:ext cx="5758543" cy="163762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Trecut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</a:t>
            </a:r>
            <a:r>
              <a:rPr lang="en-US" dirty="0" err="1"/>
              <a:t>prezente</a:t>
            </a:r>
            <a:r>
              <a:rPr lang="en-US" dirty="0"/>
              <a:t> </a:t>
            </a:r>
            <a:r>
              <a:rPr lang="en-US" dirty="0" err="1"/>
              <a:t>insuficiente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Picat</a:t>
            </a:r>
            <a:r>
              <a:rPr lang="en-US" dirty="0"/>
              <a:t> (nota </a:t>
            </a:r>
            <a:r>
              <a:rPr lang="en-US" dirty="0" err="1"/>
              <a:t>insuficienta</a:t>
            </a:r>
            <a:r>
              <a:rPr lang="en-US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Exceptie</a:t>
            </a:r>
            <a:r>
              <a:rPr lang="en-US" dirty="0"/>
              <a:t> (date </a:t>
            </a:r>
            <a:r>
              <a:rPr lang="en-US" dirty="0" err="1"/>
              <a:t>invalide</a:t>
            </a:r>
            <a:r>
              <a:rPr lang="en-US" dirty="0"/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838F51-795A-AD91-C8B5-85B227CEC3D6}"/>
              </a:ext>
            </a:extLst>
          </p:cNvPr>
          <p:cNvSpPr txBox="1">
            <a:spLocks/>
          </p:cNvSpPr>
          <p:nvPr/>
        </p:nvSpPr>
        <p:spPr>
          <a:xfrm>
            <a:off x="838200" y="1415143"/>
            <a:ext cx="10515600" cy="29826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 err="1"/>
              <a:t>Impartim</a:t>
            </a:r>
            <a:r>
              <a:rPr lang="en-US" sz="3600" dirty="0"/>
              <a:t> </a:t>
            </a:r>
            <a:r>
              <a:rPr lang="en-US" sz="3600" dirty="0" err="1"/>
              <a:t>datele</a:t>
            </a:r>
            <a:r>
              <a:rPr lang="en-US" sz="3600" dirty="0"/>
              <a:t> de </a:t>
            </a:r>
            <a:r>
              <a:rPr lang="en-US" sz="3600" dirty="0" err="1"/>
              <a:t>intrare</a:t>
            </a:r>
            <a:r>
              <a:rPr lang="en-US" sz="3600" dirty="0"/>
              <a:t> in </a:t>
            </a:r>
            <a:r>
              <a:rPr lang="en-US" sz="3600" dirty="0" err="1"/>
              <a:t>clase</a:t>
            </a:r>
            <a:r>
              <a:rPr lang="en-US" sz="3600" dirty="0"/>
              <a:t> </a:t>
            </a:r>
            <a:r>
              <a:rPr lang="en-US" sz="3600" dirty="0" err="1"/>
              <a:t>tratate</a:t>
            </a:r>
            <a:r>
              <a:rPr lang="en-US" sz="3600" dirty="0"/>
              <a:t> identic </a:t>
            </a:r>
            <a:r>
              <a:rPr lang="en-US" sz="3600" dirty="0" err="1"/>
              <a:t>si</a:t>
            </a:r>
            <a:r>
              <a:rPr lang="en-US" sz="3600" dirty="0"/>
              <a:t> </a:t>
            </a:r>
            <a:r>
              <a:rPr lang="en-US" sz="3600" dirty="0" err="1"/>
              <a:t>alegem</a:t>
            </a:r>
            <a:r>
              <a:rPr lang="en-US" sz="3600" dirty="0"/>
              <a:t> cate o </a:t>
            </a:r>
            <a:r>
              <a:rPr lang="en-US" sz="3600" dirty="0" err="1"/>
              <a:t>valoare</a:t>
            </a:r>
            <a:r>
              <a:rPr lang="en-US" sz="3600" dirty="0"/>
              <a:t> </a:t>
            </a:r>
            <a:r>
              <a:rPr lang="en-US" sz="3600" dirty="0" err="1"/>
              <a:t>reprezentativa</a:t>
            </a:r>
            <a:r>
              <a:rPr lang="en-US" sz="3600" dirty="0"/>
              <a:t> </a:t>
            </a:r>
            <a:r>
              <a:rPr lang="en-US" sz="3600" dirty="0" err="1"/>
              <a:t>pentru</a:t>
            </a:r>
            <a:r>
              <a:rPr lang="en-US" sz="3600" dirty="0"/>
              <a:t> </a:t>
            </a:r>
            <a:r>
              <a:rPr lang="en-US" sz="3600" dirty="0" err="1"/>
              <a:t>fiecare</a:t>
            </a:r>
            <a:r>
              <a:rPr lang="en-US" sz="3600" dirty="0"/>
              <a:t> </a:t>
            </a:r>
            <a:r>
              <a:rPr lang="en-US" sz="3600" dirty="0" err="1"/>
              <a:t>clasa</a:t>
            </a:r>
            <a:r>
              <a:rPr lang="en-US" sz="3600" dirty="0"/>
              <a:t>: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nota_examen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nota_tema</a:t>
            </a:r>
            <a:r>
              <a:rPr lang="en-US" sz="3200" dirty="0"/>
              <a:t>: [0, 100] - valid, &lt; 0 - invalid, &gt; 100 - invalid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prezenta</a:t>
            </a:r>
            <a:r>
              <a:rPr lang="en-US" sz="3200" dirty="0"/>
              <a:t>: [0, 49] - </a:t>
            </a:r>
            <a:r>
              <a:rPr lang="en-US" sz="3200" dirty="0" err="1"/>
              <a:t>valid,dar</a:t>
            </a:r>
            <a:r>
              <a:rPr lang="en-US" sz="3200" dirty="0"/>
              <a:t> </a:t>
            </a:r>
            <a:r>
              <a:rPr lang="en-US" sz="3200" dirty="0" err="1"/>
              <a:t>picat</a:t>
            </a:r>
            <a:r>
              <a:rPr lang="en-US" sz="3200" dirty="0"/>
              <a:t>, [50, 100] - valid, &lt; 0 - invalid, &gt; 100 - invalid</a:t>
            </a:r>
          </a:p>
        </p:txBody>
      </p:sp>
    </p:spTree>
    <p:extLst>
      <p:ext uri="{BB962C8B-B14F-4D97-AF65-F5344CB8AC3E}">
        <p14:creationId xmlns:p14="http://schemas.microsoft.com/office/powerpoint/2010/main" val="740401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5053-56B6-B9E9-DDEC-3244A80CF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77538"/>
          </a:xfrm>
        </p:spPr>
        <p:txBody>
          <a:bodyPr>
            <a:normAutofit/>
          </a:bodyPr>
          <a:lstStyle/>
          <a:p>
            <a:r>
              <a:rPr lang="es-ES" sz="3600" dirty="0"/>
              <a:t>Analiza </a:t>
            </a:r>
            <a:r>
              <a:rPr lang="es-ES" sz="3600" dirty="0" err="1"/>
              <a:t>Valorilor</a:t>
            </a:r>
            <a:r>
              <a:rPr lang="es-ES" sz="3600" dirty="0"/>
              <a:t> de </a:t>
            </a:r>
            <a:r>
              <a:rPr lang="es-ES" sz="3600" dirty="0" err="1"/>
              <a:t>frontiera</a:t>
            </a:r>
            <a:r>
              <a:rPr lang="es-ES" sz="3600" dirty="0"/>
              <a:t> (</a:t>
            </a:r>
            <a:r>
              <a:rPr lang="es-ES" sz="3600" dirty="0" err="1"/>
              <a:t>Boundary</a:t>
            </a:r>
            <a:r>
              <a:rPr lang="es-ES" sz="3600" dirty="0"/>
              <a:t> </a:t>
            </a:r>
            <a:r>
              <a:rPr lang="es-ES" sz="3600" dirty="0" err="1"/>
              <a:t>Value</a:t>
            </a:r>
            <a:r>
              <a:rPr lang="es-ES" sz="3600" dirty="0"/>
              <a:t> </a:t>
            </a:r>
            <a:r>
              <a:rPr lang="es-ES" sz="3600" dirty="0" err="1"/>
              <a:t>Analysis</a:t>
            </a:r>
            <a:r>
              <a:rPr lang="es-ES" sz="3600" dirty="0"/>
              <a:t>)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42F30-2542-FC6C-7F7C-13E12CC749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20701" y="2963119"/>
            <a:ext cx="3583329" cy="321384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400" dirty="0"/>
              <a:t>Prezenta:</a:t>
            </a:r>
          </a:p>
          <a:p>
            <a:pPr marL="0" indent="0">
              <a:buNone/>
            </a:pPr>
            <a:r>
              <a:rPr lang="pt-BR" sz="2400" dirty="0"/>
              <a:t>B5-(80, 80, 49) </a:t>
            </a:r>
          </a:p>
          <a:p>
            <a:pPr marL="0" indent="0">
              <a:buNone/>
            </a:pPr>
            <a:r>
              <a:rPr lang="pt-BR" sz="2400" dirty="0"/>
              <a:t>B6-(80, 80, 50)</a:t>
            </a:r>
          </a:p>
          <a:p>
            <a:pPr marL="0" indent="0">
              <a:buNone/>
            </a:pPr>
            <a:r>
              <a:rPr lang="pt-BR" sz="2400" dirty="0"/>
              <a:t>B7-(80, 80, 51)</a:t>
            </a:r>
          </a:p>
          <a:p>
            <a:pPr marL="0" indent="0">
              <a:buNone/>
            </a:pPr>
            <a:r>
              <a:rPr lang="en-US" sz="2400" dirty="0"/>
              <a:t>Bursa:</a:t>
            </a:r>
          </a:p>
          <a:p>
            <a:pPr marL="0" indent="0">
              <a:buNone/>
            </a:pPr>
            <a:r>
              <a:rPr lang="en-US" sz="2400" dirty="0"/>
              <a:t>B11-(85, 85, 80)</a:t>
            </a:r>
          </a:p>
          <a:p>
            <a:pPr marL="0" indent="0">
              <a:buNone/>
            </a:pPr>
            <a:r>
              <a:rPr lang="en-US" sz="2400" dirty="0"/>
              <a:t>B12-(84, 85, 80)  </a:t>
            </a:r>
          </a:p>
          <a:p>
            <a:pPr marL="0" indent="0">
              <a:buNone/>
            </a:pPr>
            <a:r>
              <a:rPr lang="en-US" sz="2400" dirty="0"/>
              <a:t>B13-(90, 85, 79)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B5EDC-9E26-ED30-6264-824416539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70316" y="2963119"/>
            <a:ext cx="5032094" cy="32138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400" dirty="0"/>
              <a:t>Rezultat: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pica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pt-BR" sz="2400" dirty="0"/>
              <a:t>Trece</a:t>
            </a:r>
          </a:p>
          <a:p>
            <a:endParaRPr lang="en-US" sz="24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exact </a:t>
            </a:r>
            <a:r>
              <a:rPr lang="en-US" sz="2400" dirty="0" err="1"/>
              <a:t>prag</a:t>
            </a:r>
            <a:r>
              <a:rPr lang="en-US" sz="2400" dirty="0"/>
              <a:t> → True,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(nota)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sub </a:t>
            </a:r>
            <a:r>
              <a:rPr lang="en-US" sz="2400" dirty="0" err="1"/>
              <a:t>prag</a:t>
            </a:r>
            <a:r>
              <a:rPr lang="en-US" sz="2400" dirty="0"/>
              <a:t> (</a:t>
            </a:r>
            <a:r>
              <a:rPr lang="en-US" sz="2400" dirty="0" err="1"/>
              <a:t>prezenta</a:t>
            </a:r>
            <a:r>
              <a:rPr lang="en-US" sz="2400" dirty="0"/>
              <a:t>) → False , nu </a:t>
            </a:r>
            <a:r>
              <a:rPr lang="en-US" sz="2400" dirty="0" err="1"/>
              <a:t>ia</a:t>
            </a:r>
            <a:r>
              <a:rPr lang="en-US" sz="2400" dirty="0"/>
              <a:t> bursa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8BDD0E-7ED6-C371-C2A8-0B93A285DE25}"/>
              </a:ext>
            </a:extLst>
          </p:cNvPr>
          <p:cNvSpPr txBox="1"/>
          <p:nvPr/>
        </p:nvSpPr>
        <p:spPr>
          <a:xfrm>
            <a:off x="838200" y="1435261"/>
            <a:ext cx="10515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Pentru</a:t>
            </a:r>
            <a:r>
              <a:rPr lang="en-US" sz="2800" dirty="0"/>
              <a:t> </a:t>
            </a:r>
            <a:r>
              <a:rPr lang="en-US" sz="2800" dirty="0" err="1"/>
              <a:t>fiecare</a:t>
            </a:r>
            <a:r>
              <a:rPr lang="en-US" sz="2800" dirty="0"/>
              <a:t> </a:t>
            </a:r>
            <a:r>
              <a:rPr lang="en-US" sz="2800" dirty="0" err="1"/>
              <a:t>clasa</a:t>
            </a:r>
            <a:r>
              <a:rPr lang="en-US" sz="2800" dirty="0"/>
              <a:t> de </a:t>
            </a:r>
            <a:r>
              <a:rPr lang="en-US" sz="2800" dirty="0" err="1"/>
              <a:t>echivalenta</a:t>
            </a:r>
            <a:r>
              <a:rPr lang="en-US" sz="2800" dirty="0"/>
              <a:t> </a:t>
            </a:r>
            <a:r>
              <a:rPr lang="en-US" sz="2800" dirty="0" err="1"/>
              <a:t>alegem</a:t>
            </a:r>
            <a:r>
              <a:rPr lang="en-US" sz="2800" dirty="0"/>
              <a:t> </a:t>
            </a:r>
            <a:r>
              <a:rPr lang="en-US" sz="2800" dirty="0" err="1"/>
              <a:t>valori</a:t>
            </a:r>
            <a:r>
              <a:rPr lang="en-US" sz="2800" dirty="0"/>
              <a:t> de sub </a:t>
            </a:r>
            <a:r>
              <a:rPr lang="en-US" sz="2800" dirty="0" err="1"/>
              <a:t>limita</a:t>
            </a:r>
            <a:r>
              <a:rPr lang="en-US" sz="2800" dirty="0"/>
              <a:t>, la </a:t>
            </a:r>
            <a:r>
              <a:rPr lang="en-US" sz="2800" dirty="0" err="1"/>
              <a:t>limita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peste</a:t>
            </a:r>
            <a:r>
              <a:rPr lang="en-US" sz="2800" dirty="0"/>
              <a:t> </a:t>
            </a:r>
            <a:r>
              <a:rPr lang="en-US" sz="2800" dirty="0" err="1"/>
              <a:t>limita</a:t>
            </a:r>
            <a:r>
              <a:rPr lang="en-US" sz="2800" dirty="0"/>
              <a:t>, in </a:t>
            </a:r>
            <a:r>
              <a:rPr lang="en-US" sz="2800" dirty="0" err="1"/>
              <a:t>acest</a:t>
            </a:r>
            <a:r>
              <a:rPr lang="en-US" sz="2800" dirty="0"/>
              <a:t> mod </a:t>
            </a:r>
            <a:r>
              <a:rPr lang="en-US" sz="2800" dirty="0" err="1"/>
              <a:t>testam</a:t>
            </a:r>
            <a:r>
              <a:rPr lang="en-US" sz="2800" dirty="0"/>
              <a:t> </a:t>
            </a:r>
            <a:r>
              <a:rPr lang="en-US" sz="2800" dirty="0" err="1"/>
              <a:t>limitele</a:t>
            </a:r>
            <a:r>
              <a:rPr lang="en-US" sz="2800" dirty="0"/>
              <a:t> de </a:t>
            </a:r>
            <a:r>
              <a:rPr lang="en-US" sz="2800" dirty="0" err="1"/>
              <a:t>validare</a:t>
            </a:r>
            <a:r>
              <a:rPr lang="en-US" sz="2800" dirty="0"/>
              <a:t> </a:t>
            </a:r>
            <a:r>
              <a:rPr lang="en-US" sz="2800" dirty="0" err="1"/>
              <a:t>dar</a:t>
            </a:r>
            <a:r>
              <a:rPr lang="en-US" sz="2800" dirty="0"/>
              <a:t> </a:t>
            </a:r>
            <a:r>
              <a:rPr lang="en-US" sz="2800" dirty="0" err="1"/>
              <a:t>si</a:t>
            </a:r>
            <a:r>
              <a:rPr lang="en-US" sz="2800" dirty="0"/>
              <a:t> </a:t>
            </a:r>
            <a:r>
              <a:rPr lang="en-US" sz="2800" dirty="0" err="1"/>
              <a:t>cele</a:t>
            </a:r>
            <a:r>
              <a:rPr lang="en-US" sz="2800" dirty="0"/>
              <a:t> </a:t>
            </a:r>
            <a:r>
              <a:rPr lang="en-US" sz="2800" dirty="0" err="1"/>
              <a:t>logice</a:t>
            </a:r>
            <a:r>
              <a:rPr lang="en-US" sz="2800" dirty="0"/>
              <a:t> </a:t>
            </a:r>
            <a:r>
              <a:rPr lang="en-US" sz="2800" dirty="0" err="1"/>
              <a:t>impuse</a:t>
            </a:r>
            <a:r>
              <a:rPr lang="en-US" sz="2800" dirty="0"/>
              <a:t> de </a:t>
            </a:r>
            <a:r>
              <a:rPr lang="en-US" sz="2800" dirty="0" err="1"/>
              <a:t>aplicatie</a:t>
            </a:r>
            <a:r>
              <a:rPr lang="en-US" sz="2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67268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</TotalTime>
  <Words>277</Words>
  <Application>Microsoft Office PowerPoint</Application>
  <PresentationFormat>Widescreen</PresentationFormat>
  <Paragraphs>35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Wingdings</vt:lpstr>
      <vt:lpstr>Office 2013 - 2022 Theme</vt:lpstr>
      <vt:lpstr>Proiect TSS Testare Unitara in Python</vt:lpstr>
      <vt:lpstr>Partitionare in clase de echivalenta (Equivalence partitioning)</vt:lpstr>
      <vt:lpstr>Analiza Valorilor de frontiera (Boundary Value Analysis)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SEBASTIAN-GEORGE BALAUR</dc:creator>
  <cp:lastModifiedBy>SEBASTIAN-GEORGE BALAUR</cp:lastModifiedBy>
  <cp:revision>3</cp:revision>
  <dcterms:created xsi:type="dcterms:W3CDTF">2026-04-21T07:58:17Z</dcterms:created>
  <dcterms:modified xsi:type="dcterms:W3CDTF">2026-04-21T09:06:28Z</dcterms:modified>
</cp:coreProperties>
</file>
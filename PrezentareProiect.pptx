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ED63-783A-F085-7DF1-C4CDC97E1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19B6EF-D965-4443-BB74-B1C183DE9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7DFA1-0FE1-92A0-B47B-B1F98260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4950-A1D0-45C1-AF0C-D825DD134B0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AE6A0-7232-549C-AA08-2F74757D9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C1653-B645-4A97-F1AB-74896C87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5F4-2D70-4AF5-A10D-88F50ED93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8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FD4D9-E6BD-3091-0757-408FBBD0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D4F31-FC5B-5953-1C17-91C453B4B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D81F2-9540-E26D-422D-5649244B0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4950-A1D0-45C1-AF0C-D825DD134B0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69A5C-103D-A47B-C302-25F401A5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9DBF8-9E6F-D32F-EF70-01CF636F5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5F4-2D70-4AF5-A10D-88F50ED93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83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8E567-5496-861E-F89A-3C96DAA6C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2BE2F-ACA1-71CB-33AF-1AB386D5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22C13-9EA9-C42A-F884-3F064D22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4950-A1D0-45C1-AF0C-D825DD134B0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F8DDA-5959-752C-E60F-59AA81AE2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72237-FAD5-6383-73F7-5775C13D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5F4-2D70-4AF5-A10D-88F50ED93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8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F08D-8DCA-3D1C-6507-FEC7D3AB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4A55B-2F22-6E38-B7D2-EBA578A33C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4E8DA-719F-2694-4705-765E017DE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D1853-5B88-8131-A443-EFF47B2FF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4950-A1D0-45C1-AF0C-D825DD134B0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11521-95A4-63F0-E03E-1C7CF42C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B3626-238F-844B-146A-B378C1BA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5F4-2D70-4AF5-A10D-88F50ED93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8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FE661-5578-35F0-2E7E-FC04DD0B2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9B9EF-8FBD-C298-C1A0-DE16B74C4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E44E3-A41A-BCA7-ED6F-3787418C7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046FCA-7C72-89E6-E5DE-B6837C8B2B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B6AB8-15B3-3EB9-DF1D-5344275A9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D68551-47BA-8381-278F-6C7D9F39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4950-A1D0-45C1-AF0C-D825DD134B0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85BA7-C53D-6419-E84C-1D439E636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4CEE36-7393-B38A-36CC-791595467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5F4-2D70-4AF5-A10D-88F50ED93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21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56F84-0D66-D707-6A82-37B5882C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3D038-2571-6F2D-FE04-7888F104D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4950-A1D0-45C1-AF0C-D825DD134B0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7B2863-9C9C-25D4-2913-F3DFF024E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14F1D-DC4D-EFB2-1D2C-56D2136EE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5F4-2D70-4AF5-A10D-88F50ED93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60F177-C7B1-DE38-D076-A1CDEA3F9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4950-A1D0-45C1-AF0C-D825DD134B0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8AF2E4-0368-ABBA-185E-51B6499F7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C7D51-C52B-5B0A-A748-D004A922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5F4-2D70-4AF5-A10D-88F50ED93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5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ABFE-2F39-8C89-18C3-248F582C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539B-A707-CABA-9BF7-AAC32A108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9F263-5517-989A-DF9F-E44700C32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B6F652-4047-661D-EE89-BF6AEBB1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4950-A1D0-45C1-AF0C-D825DD134B0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D9C9F-B875-AC3E-EC85-CEB72F7C3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470B8-7F2B-B983-A74D-019E4AD2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5F4-2D70-4AF5-A10D-88F50ED93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2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F6CA-16BF-095D-A6CD-B50AFA34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68DA1A-0232-A298-840C-D188CC35F7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B65F8-E4E6-CD5C-18E1-A5DCFDBF5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90493-42B0-1208-5F3D-BA2E84A70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4950-A1D0-45C1-AF0C-D825DD134B0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98B6B-162A-FEF0-7562-E27DA290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09532-4884-45D8-F073-12477B9D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5F4-2D70-4AF5-A10D-88F50ED93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8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7BB5D-0989-1238-631C-146044E70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D9A27-7950-1ACF-FBE8-543220467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F57F1-FC97-83F8-47AA-CE79DBCE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4950-A1D0-45C1-AF0C-D825DD134B0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CA1A9-90A1-D8EC-A192-6127FC158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9813A-1DA7-3ACC-B65B-5AF4D0D9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5F4-2D70-4AF5-A10D-88F50ED93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30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63AA7D-A874-3EE5-FB2F-0ED0D6B04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E223A-2F70-C1F3-C38F-FCF1E4122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20156-7026-5D0B-F8A9-9A70960C4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4950-A1D0-45C1-AF0C-D825DD134B0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CD8A9-C999-FAF9-23EC-CE2CC7127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63F6C-35E8-D6D3-9052-17BEDE1D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A5F4-2D70-4AF5-A10D-88F50ED93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7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F1477-CDB4-6098-7F5E-FE423BC20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D4817-AF36-A0D2-F89B-FC3EC99FC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22AC6-3499-409B-6F23-39E6B9B33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C4950-A1D0-45C1-AF0C-D825DD134B0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35DCB-067F-1285-B0D0-7F54B9AE0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DAAD1-06F5-1B5E-EF96-ABB1F6827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4BA5F4-2D70-4AF5-A10D-88F50ED93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8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8FB3D-DAFE-017F-A92B-413A166811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Proiect TSS</a:t>
            </a:r>
            <a:br>
              <a:rPr lang="en-US"/>
            </a:br>
            <a:r>
              <a:rPr lang="en-US"/>
              <a:t>Testare Unitara in Python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B3F8A2-AE3D-40C0-F65F-FA2EDE7B3F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Balaur Sebastian-George</a:t>
            </a:r>
          </a:p>
          <a:p>
            <a:r>
              <a:rPr lang="en-US"/>
              <a:t>Enache-Preoteasa David</a:t>
            </a:r>
          </a:p>
          <a:p>
            <a:r>
              <a:rPr lang="en-US"/>
              <a:t>Sima Mihai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075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70E6-752B-EE59-0DBB-DECB2CEA8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081"/>
          </a:xfrm>
        </p:spPr>
        <p:txBody>
          <a:bodyPr/>
          <a:lstStyle/>
          <a:p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Proiectului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94C17-0C45-071B-3D0D-F87D78E94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026"/>
            <a:ext cx="10515600" cy="488893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2400" dirty="0" err="1"/>
              <a:t>Clasa</a:t>
            </a:r>
            <a:r>
              <a:rPr lang="en-US" sz="2400" dirty="0"/>
              <a:t> "</a:t>
            </a:r>
            <a:r>
              <a:rPr lang="en-US" sz="2400" dirty="0" err="1"/>
              <a:t>Notare</a:t>
            </a:r>
            <a:r>
              <a:rPr lang="en-US" sz="2400" dirty="0"/>
              <a:t> Student" </a:t>
            </a:r>
            <a:r>
              <a:rPr lang="en-US" sz="2400" dirty="0" err="1"/>
              <a:t>implementata</a:t>
            </a:r>
            <a:r>
              <a:rPr lang="en-US" sz="2400" dirty="0"/>
              <a:t> in python.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2400" dirty="0" err="1"/>
              <a:t>Primeste</a:t>
            </a:r>
            <a:r>
              <a:rPr lang="en-US" sz="2400" dirty="0"/>
              <a:t> ca date de </a:t>
            </a:r>
            <a:r>
              <a:rPr lang="en-US" sz="2400" dirty="0" err="1"/>
              <a:t>intrare</a:t>
            </a:r>
            <a:r>
              <a:rPr lang="en-US" sz="2400" dirty="0"/>
              <a:t> 3 </a:t>
            </a:r>
            <a:r>
              <a:rPr lang="en-US" sz="2400" dirty="0" err="1"/>
              <a:t>parametrii</a:t>
            </a:r>
            <a:r>
              <a:rPr lang="en-US" sz="2400" dirty="0"/>
              <a:t>: </a:t>
            </a:r>
            <a:r>
              <a:rPr lang="en-US" sz="2400" dirty="0" err="1"/>
              <a:t>nota_examen</a:t>
            </a:r>
            <a:r>
              <a:rPr lang="en-US" sz="2400" dirty="0"/>
              <a:t>, </a:t>
            </a:r>
            <a:r>
              <a:rPr lang="en-US" sz="2400" dirty="0" err="1"/>
              <a:t>nota_tema</a:t>
            </a:r>
            <a:r>
              <a:rPr lang="en-US" sz="2400" dirty="0"/>
              <a:t>, </a:t>
            </a:r>
            <a:r>
              <a:rPr lang="en-US" sz="2400" dirty="0" err="1"/>
              <a:t>prezenta</a:t>
            </a:r>
            <a:r>
              <a:rPr lang="en-US" sz="2400" dirty="0"/>
              <a:t>.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2400" dirty="0" err="1"/>
              <a:t>Contine</a:t>
            </a:r>
            <a:r>
              <a:rPr lang="en-US" sz="2400" dirty="0"/>
              <a:t> </a:t>
            </a:r>
            <a:r>
              <a:rPr lang="en-US" sz="2400" dirty="0" err="1"/>
              <a:t>urmatoarele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r>
              <a:rPr lang="en-US" sz="2400" dirty="0"/>
              <a:t>: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2400" dirty="0"/>
              <a:t>-"</a:t>
            </a:r>
            <a:r>
              <a:rPr lang="en-US" sz="2400" dirty="0" err="1"/>
              <a:t>is_valid</a:t>
            </a:r>
            <a:r>
              <a:rPr lang="en-US" sz="2400" dirty="0"/>
              <a:t>()" - </a:t>
            </a:r>
            <a:r>
              <a:rPr lang="en-US" sz="2400" dirty="0" err="1"/>
              <a:t>verifica</a:t>
            </a:r>
            <a:r>
              <a:rPr lang="en-US" sz="2400" dirty="0"/>
              <a:t> </a:t>
            </a:r>
            <a:r>
              <a:rPr lang="en-US" sz="2400" dirty="0" err="1"/>
              <a:t>daca</a:t>
            </a:r>
            <a:r>
              <a:rPr lang="en-US" sz="2400" dirty="0"/>
              <a:t> </a:t>
            </a:r>
            <a:r>
              <a:rPr lang="en-US" sz="2400" dirty="0" err="1"/>
              <a:t>valorile</a:t>
            </a:r>
            <a:r>
              <a:rPr lang="en-US" sz="2400" dirty="0"/>
              <a:t> de </a:t>
            </a:r>
            <a:r>
              <a:rPr lang="en-US" sz="2400" dirty="0" err="1"/>
              <a:t>intrare</a:t>
            </a:r>
            <a:r>
              <a:rPr lang="en-US" sz="2400" dirty="0"/>
              <a:t> sunt </a:t>
            </a:r>
            <a:r>
              <a:rPr lang="en-US" sz="2400" dirty="0" err="1"/>
              <a:t>corecte</a:t>
            </a:r>
            <a:r>
              <a:rPr lang="en-US" sz="2400" dirty="0"/>
              <a:t> (</a:t>
            </a:r>
            <a:r>
              <a:rPr lang="en-US" sz="2400" dirty="0" err="1"/>
              <a:t>intre</a:t>
            </a:r>
            <a:r>
              <a:rPr lang="en-US" sz="2400" dirty="0"/>
              <a:t> 0 </a:t>
            </a:r>
            <a:r>
              <a:rPr lang="en-US" sz="2400" dirty="0" err="1"/>
              <a:t>si</a:t>
            </a:r>
            <a:r>
              <a:rPr lang="en-US" sz="2400" dirty="0"/>
              <a:t> 100)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2400" dirty="0"/>
              <a:t>-"</a:t>
            </a:r>
            <a:r>
              <a:rPr lang="en-US" sz="2400" dirty="0" err="1"/>
              <a:t>nota_finala</a:t>
            </a:r>
            <a:r>
              <a:rPr lang="en-US" sz="2400" dirty="0"/>
              <a:t>()" - </a:t>
            </a:r>
            <a:r>
              <a:rPr lang="en-US" sz="2400" dirty="0" err="1"/>
              <a:t>calculeaza</a:t>
            </a:r>
            <a:r>
              <a:rPr lang="en-US" sz="2400" dirty="0"/>
              <a:t> nota </a:t>
            </a:r>
            <a:r>
              <a:rPr lang="en-US" sz="2400" dirty="0" err="1"/>
              <a:t>finala</a:t>
            </a:r>
            <a:r>
              <a:rPr lang="en-US" sz="2400" dirty="0"/>
              <a:t> a </a:t>
            </a:r>
            <a:r>
              <a:rPr lang="en-US" sz="2400" dirty="0" err="1"/>
              <a:t>studentului</a:t>
            </a:r>
            <a:r>
              <a:rPr lang="en-US" sz="2400" dirty="0"/>
              <a:t> </a:t>
            </a:r>
            <a:r>
              <a:rPr lang="en-US" sz="2400" dirty="0" err="1"/>
              <a:t>utilizand</a:t>
            </a:r>
            <a:r>
              <a:rPr lang="en-US" sz="2400" dirty="0"/>
              <a:t> o </a:t>
            </a:r>
            <a:r>
              <a:rPr lang="en-US" sz="2400" dirty="0" err="1"/>
              <a:t>medie</a:t>
            </a:r>
            <a:r>
              <a:rPr lang="en-US" sz="2400" dirty="0"/>
              <a:t> </a:t>
            </a:r>
            <a:r>
              <a:rPr lang="en-US" sz="2400" dirty="0" err="1"/>
              <a:t>ponderata</a:t>
            </a:r>
            <a:r>
              <a:rPr lang="en-US" sz="2400" dirty="0"/>
              <a:t> (60% </a:t>
            </a:r>
            <a:r>
              <a:rPr lang="en-US" sz="2400" dirty="0" err="1"/>
              <a:t>nota_examen</a:t>
            </a:r>
            <a:r>
              <a:rPr lang="en-US" sz="2400" dirty="0"/>
              <a:t>, 40% </a:t>
            </a:r>
            <a:r>
              <a:rPr lang="en-US" sz="2400" dirty="0" err="1"/>
              <a:t>nota_tema</a:t>
            </a:r>
            <a:r>
              <a:rPr lang="en-US" sz="2400" dirty="0"/>
              <a:t>)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2400" dirty="0"/>
              <a:t>-"</a:t>
            </a:r>
            <a:r>
              <a:rPr lang="en-US" sz="2400" dirty="0" err="1"/>
              <a:t>trecut</a:t>
            </a:r>
            <a:r>
              <a:rPr lang="en-US" sz="2400" dirty="0"/>
              <a:t>()" - </a:t>
            </a:r>
            <a:r>
              <a:rPr lang="en-US" sz="2400" dirty="0" err="1"/>
              <a:t>determina</a:t>
            </a:r>
            <a:r>
              <a:rPr lang="en-US" sz="2400" dirty="0"/>
              <a:t> </a:t>
            </a:r>
            <a:r>
              <a:rPr lang="en-US" sz="2400" dirty="0" err="1"/>
              <a:t>daca</a:t>
            </a:r>
            <a:r>
              <a:rPr lang="en-US" sz="2400" dirty="0"/>
              <a:t> </a:t>
            </a:r>
            <a:r>
              <a:rPr lang="en-US" sz="2400" dirty="0" err="1"/>
              <a:t>studentul</a:t>
            </a:r>
            <a:r>
              <a:rPr lang="en-US" sz="2400" dirty="0"/>
              <a:t> a </a:t>
            </a:r>
            <a:r>
              <a:rPr lang="en-US" sz="2400" dirty="0" err="1"/>
              <a:t>promovat</a:t>
            </a:r>
            <a:r>
              <a:rPr lang="en-US" sz="2400" dirty="0"/>
              <a:t> pe </a:t>
            </a:r>
            <a:r>
              <a:rPr lang="en-US" sz="2400" dirty="0" err="1"/>
              <a:t>baza</a:t>
            </a:r>
            <a:r>
              <a:rPr lang="en-US" sz="2400" dirty="0"/>
              <a:t> </a:t>
            </a:r>
            <a:r>
              <a:rPr lang="en-US" sz="2400" dirty="0" err="1"/>
              <a:t>notei</a:t>
            </a:r>
            <a:r>
              <a:rPr lang="en-US" sz="2400" dirty="0"/>
              <a:t> finale </a:t>
            </a:r>
            <a:r>
              <a:rPr lang="en-US" sz="2400" dirty="0" err="1"/>
              <a:t>si</a:t>
            </a:r>
            <a:r>
              <a:rPr lang="en-US" sz="2400" dirty="0"/>
              <a:t> a </a:t>
            </a:r>
            <a:r>
              <a:rPr lang="en-US" sz="2400" dirty="0" err="1"/>
              <a:t>prezentei</a:t>
            </a:r>
            <a:endParaRPr lang="en-US" sz="2400" dirty="0"/>
          </a:p>
          <a:p>
            <a:pPr marL="0" indent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2400" dirty="0"/>
              <a:t>-"</a:t>
            </a:r>
            <a:r>
              <a:rPr lang="en-US" sz="2400" dirty="0" err="1"/>
              <a:t>categorie_nota</a:t>
            </a:r>
            <a:r>
              <a:rPr lang="en-US" sz="2400" dirty="0"/>
              <a:t>()" - </a:t>
            </a:r>
            <a:r>
              <a:rPr lang="en-US" sz="2400" dirty="0" err="1"/>
              <a:t>clasifica</a:t>
            </a:r>
            <a:r>
              <a:rPr lang="en-US" sz="2400" dirty="0"/>
              <a:t> nota </a:t>
            </a:r>
            <a:r>
              <a:rPr lang="en-US" sz="2400" dirty="0" err="1"/>
              <a:t>finala</a:t>
            </a:r>
            <a:r>
              <a:rPr lang="en-US" sz="2400" dirty="0"/>
              <a:t> in </a:t>
            </a:r>
            <a:r>
              <a:rPr lang="en-US" sz="2400" dirty="0" err="1"/>
              <a:t>categorii</a:t>
            </a:r>
            <a:r>
              <a:rPr lang="en-US" sz="2400" dirty="0"/>
              <a:t> (</a:t>
            </a:r>
            <a:r>
              <a:rPr lang="en-US" sz="2400" dirty="0" err="1"/>
              <a:t>Picat</a:t>
            </a:r>
            <a:r>
              <a:rPr lang="en-US" sz="2400" dirty="0"/>
              <a:t>, Bine, </a:t>
            </a:r>
            <a:r>
              <a:rPr lang="en-US" sz="2400" dirty="0" err="1"/>
              <a:t>Foarte</a:t>
            </a:r>
            <a:r>
              <a:rPr lang="en-US" sz="2400" dirty="0"/>
              <a:t> Bine, </a:t>
            </a:r>
            <a:r>
              <a:rPr lang="en-US" sz="2400" dirty="0" err="1"/>
              <a:t>Excelent</a:t>
            </a:r>
            <a:r>
              <a:rPr lang="en-US" sz="2400" dirty="0"/>
              <a:t>)</a:t>
            </a:r>
          </a:p>
          <a:p>
            <a:pPr marL="0" indent="0">
              <a:lnSpc>
                <a:spcPct val="110000"/>
              </a:lnSpc>
              <a:spcBef>
                <a:spcPts val="100"/>
              </a:spcBef>
              <a:buNone/>
            </a:pPr>
            <a:r>
              <a:rPr lang="en-US" sz="2400" dirty="0"/>
              <a:t>-"</a:t>
            </a:r>
            <a:r>
              <a:rPr lang="en-US" sz="2400" dirty="0" err="1"/>
              <a:t>eligibil_bursa</a:t>
            </a:r>
            <a:r>
              <a:rPr lang="en-US" sz="2400" dirty="0"/>
              <a:t>()" - </a:t>
            </a:r>
            <a:r>
              <a:rPr lang="en-US" sz="2400" dirty="0" err="1"/>
              <a:t>verifica</a:t>
            </a:r>
            <a:r>
              <a:rPr lang="en-US" sz="2400" dirty="0"/>
              <a:t> </a:t>
            </a:r>
            <a:r>
              <a:rPr lang="en-US" sz="2400" dirty="0" err="1"/>
              <a:t>daca</a:t>
            </a:r>
            <a:r>
              <a:rPr lang="en-US" sz="2400" dirty="0"/>
              <a:t> </a:t>
            </a:r>
            <a:r>
              <a:rPr lang="en-US" sz="2400" dirty="0" err="1"/>
              <a:t>studentul</a:t>
            </a:r>
            <a:r>
              <a:rPr lang="en-US" sz="2400" dirty="0"/>
              <a:t> </a:t>
            </a:r>
            <a:r>
              <a:rPr lang="en-US" sz="2400" dirty="0" err="1"/>
              <a:t>indeplineste</a:t>
            </a:r>
            <a:r>
              <a:rPr lang="en-US" sz="2400" dirty="0"/>
              <a:t> </a:t>
            </a:r>
            <a:r>
              <a:rPr lang="en-US" sz="2400" dirty="0" err="1"/>
              <a:t>conditiile</a:t>
            </a:r>
            <a:r>
              <a:rPr lang="en-US" sz="2400" dirty="0"/>
              <a:t> de bursa (nota </a:t>
            </a:r>
            <a:r>
              <a:rPr lang="en-US" sz="2400" dirty="0" err="1"/>
              <a:t>finala</a:t>
            </a:r>
            <a:r>
              <a:rPr lang="en-US" sz="2400" dirty="0"/>
              <a:t> &gt;= 85 , </a:t>
            </a:r>
            <a:r>
              <a:rPr lang="en-US" sz="2400" dirty="0" err="1"/>
              <a:t>prezenta</a:t>
            </a:r>
            <a:r>
              <a:rPr lang="en-US" sz="2400" dirty="0"/>
              <a:t> &gt;= 80)</a:t>
            </a:r>
          </a:p>
        </p:txBody>
      </p:sp>
    </p:spTree>
    <p:extLst>
      <p:ext uri="{BB962C8B-B14F-4D97-AF65-F5344CB8AC3E}">
        <p14:creationId xmlns:p14="http://schemas.microsoft.com/office/powerpoint/2010/main" val="3480186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E94B4-7501-2A97-6BC6-A9EB57583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0018"/>
          </a:xfrm>
        </p:spPr>
        <p:txBody>
          <a:bodyPr>
            <a:normAutofit fontScale="90000"/>
          </a:bodyPr>
          <a:lstStyle/>
          <a:p>
            <a:r>
              <a:rPr lang="it-IT" dirty="0"/>
              <a:t>Partitionare in clase de echivalenta (Equivalence partitioning)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38083-195A-A48A-1DCA-A1F4C5158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05742" y="4539343"/>
            <a:ext cx="2688771" cy="163761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C1 - (80,80,80)</a:t>
            </a:r>
          </a:p>
          <a:p>
            <a:r>
              <a:rPr lang="en-US" dirty="0"/>
              <a:t>C2 - (80,80,40)</a:t>
            </a:r>
          </a:p>
          <a:p>
            <a:r>
              <a:rPr lang="en-US" dirty="0"/>
              <a:t>C3 - (40,40,80)</a:t>
            </a:r>
          </a:p>
          <a:p>
            <a:r>
              <a:rPr lang="en-US" dirty="0"/>
              <a:t>C4- (-10,80,80)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6396DA-7787-5759-2BA6-4A5959923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5256" y="4539343"/>
            <a:ext cx="5758543" cy="163762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Trecut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Picat</a:t>
            </a:r>
            <a:r>
              <a:rPr lang="en-US" dirty="0"/>
              <a:t> (</a:t>
            </a:r>
            <a:r>
              <a:rPr lang="en-US" dirty="0" err="1"/>
              <a:t>prezente</a:t>
            </a:r>
            <a:r>
              <a:rPr lang="en-US" dirty="0"/>
              <a:t> </a:t>
            </a:r>
            <a:r>
              <a:rPr lang="en-US" dirty="0" err="1"/>
              <a:t>insuficiente</a:t>
            </a:r>
            <a:r>
              <a:rPr lang="en-US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Picat</a:t>
            </a:r>
            <a:r>
              <a:rPr lang="en-US" dirty="0"/>
              <a:t> (nota </a:t>
            </a:r>
            <a:r>
              <a:rPr lang="en-US" dirty="0" err="1"/>
              <a:t>insuficienta</a:t>
            </a:r>
            <a:r>
              <a:rPr lang="en-US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Exceptie</a:t>
            </a:r>
            <a:r>
              <a:rPr lang="en-US" dirty="0"/>
              <a:t> (date </a:t>
            </a:r>
            <a:r>
              <a:rPr lang="en-US" dirty="0" err="1"/>
              <a:t>invalide</a:t>
            </a:r>
            <a:r>
              <a:rPr lang="en-US" dirty="0"/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838F51-795A-AD91-C8B5-85B227CEC3D6}"/>
              </a:ext>
            </a:extLst>
          </p:cNvPr>
          <p:cNvSpPr txBox="1">
            <a:spLocks/>
          </p:cNvSpPr>
          <p:nvPr/>
        </p:nvSpPr>
        <p:spPr>
          <a:xfrm>
            <a:off x="838200" y="1415143"/>
            <a:ext cx="10515600" cy="2982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/>
              <a:t>Impartim</a:t>
            </a:r>
            <a:r>
              <a:rPr lang="en-US" sz="3600" dirty="0"/>
              <a:t> </a:t>
            </a:r>
            <a:r>
              <a:rPr lang="en-US" sz="3600" dirty="0" err="1"/>
              <a:t>datele</a:t>
            </a:r>
            <a:r>
              <a:rPr lang="en-US" sz="3600" dirty="0"/>
              <a:t> de </a:t>
            </a:r>
            <a:r>
              <a:rPr lang="en-US" sz="3600" dirty="0" err="1"/>
              <a:t>intrare</a:t>
            </a:r>
            <a:r>
              <a:rPr lang="en-US" sz="3600" dirty="0"/>
              <a:t> in </a:t>
            </a:r>
            <a:r>
              <a:rPr lang="en-US" sz="3600" dirty="0" err="1"/>
              <a:t>clase</a:t>
            </a:r>
            <a:r>
              <a:rPr lang="en-US" sz="3600" dirty="0"/>
              <a:t> </a:t>
            </a:r>
            <a:r>
              <a:rPr lang="en-US" sz="3600" dirty="0" err="1"/>
              <a:t>tratate</a:t>
            </a:r>
            <a:r>
              <a:rPr lang="en-US" sz="3600" dirty="0"/>
              <a:t> identic </a:t>
            </a:r>
            <a:r>
              <a:rPr lang="en-US" sz="3600" dirty="0" err="1"/>
              <a:t>si</a:t>
            </a:r>
            <a:r>
              <a:rPr lang="en-US" sz="3600" dirty="0"/>
              <a:t> </a:t>
            </a:r>
            <a:r>
              <a:rPr lang="en-US" sz="3600" dirty="0" err="1"/>
              <a:t>alegem</a:t>
            </a:r>
            <a:r>
              <a:rPr lang="en-US" sz="3600" dirty="0"/>
              <a:t> cate o </a:t>
            </a:r>
            <a:r>
              <a:rPr lang="en-US" sz="3600" dirty="0" err="1"/>
              <a:t>valoare</a:t>
            </a:r>
            <a:r>
              <a:rPr lang="en-US" sz="3600" dirty="0"/>
              <a:t> </a:t>
            </a:r>
            <a:r>
              <a:rPr lang="en-US" sz="3600" dirty="0" err="1"/>
              <a:t>reprezentativa</a:t>
            </a:r>
            <a:r>
              <a:rPr lang="en-US" sz="3600" dirty="0"/>
              <a:t> </a:t>
            </a:r>
            <a:r>
              <a:rPr lang="en-US" sz="3600" dirty="0" err="1"/>
              <a:t>pentru</a:t>
            </a:r>
            <a:r>
              <a:rPr lang="en-US" sz="3600" dirty="0"/>
              <a:t> </a:t>
            </a:r>
            <a:r>
              <a:rPr lang="en-US" sz="3600" dirty="0" err="1"/>
              <a:t>fiecare</a:t>
            </a:r>
            <a:r>
              <a:rPr lang="en-US" sz="3600" dirty="0"/>
              <a:t> </a:t>
            </a:r>
            <a:r>
              <a:rPr lang="en-US" sz="3600" dirty="0" err="1"/>
              <a:t>clasa</a:t>
            </a:r>
            <a:r>
              <a:rPr lang="en-US" sz="3600" dirty="0"/>
              <a:t>:</a:t>
            </a:r>
          </a:p>
          <a:p>
            <a:r>
              <a:rPr lang="en-US" sz="3200" dirty="0"/>
              <a:t>- </a:t>
            </a:r>
            <a:r>
              <a:rPr lang="en-US" sz="3200" dirty="0" err="1"/>
              <a:t>nota_examen</a:t>
            </a:r>
            <a:r>
              <a:rPr lang="en-US" sz="3200" dirty="0"/>
              <a:t>: [0, 100] - valid, &lt; 0 - invalid, &gt; 100 - invalid</a:t>
            </a:r>
          </a:p>
          <a:p>
            <a:r>
              <a:rPr lang="en-US" sz="3200" dirty="0"/>
              <a:t>- </a:t>
            </a:r>
            <a:r>
              <a:rPr lang="en-US" sz="3200" dirty="0" err="1"/>
              <a:t>nota_tema</a:t>
            </a:r>
            <a:r>
              <a:rPr lang="en-US" sz="3200" dirty="0"/>
              <a:t>: [0, 100] - valid, &lt; 0 - invalid, &gt; 100 - invalid</a:t>
            </a:r>
          </a:p>
          <a:p>
            <a:r>
              <a:rPr lang="en-US" sz="3200" dirty="0"/>
              <a:t>- </a:t>
            </a:r>
            <a:r>
              <a:rPr lang="en-US" sz="3200" dirty="0" err="1"/>
              <a:t>prezenta</a:t>
            </a:r>
            <a:r>
              <a:rPr lang="en-US" sz="3200" dirty="0"/>
              <a:t>: [0, 49] - </a:t>
            </a:r>
            <a:r>
              <a:rPr lang="en-US" sz="3200" dirty="0" err="1"/>
              <a:t>valid,dar</a:t>
            </a:r>
            <a:r>
              <a:rPr lang="en-US" sz="3200" dirty="0"/>
              <a:t> </a:t>
            </a:r>
            <a:r>
              <a:rPr lang="en-US" sz="3200" dirty="0" err="1"/>
              <a:t>picat</a:t>
            </a:r>
            <a:r>
              <a:rPr lang="en-US" sz="3200" dirty="0"/>
              <a:t>, [50, 100] - valid, &lt; 0 - invalid, &gt; 100 - invalid</a:t>
            </a:r>
          </a:p>
        </p:txBody>
      </p:sp>
    </p:spTree>
    <p:extLst>
      <p:ext uri="{BB962C8B-B14F-4D97-AF65-F5344CB8AC3E}">
        <p14:creationId xmlns:p14="http://schemas.microsoft.com/office/powerpoint/2010/main" val="740401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5053-56B6-B9E9-DDEC-3244A80CF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7538"/>
          </a:xfrm>
        </p:spPr>
        <p:txBody>
          <a:bodyPr>
            <a:normAutofit/>
          </a:bodyPr>
          <a:lstStyle/>
          <a:p>
            <a:r>
              <a:rPr lang="es-ES" sz="3600" dirty="0"/>
              <a:t>Analiza </a:t>
            </a:r>
            <a:r>
              <a:rPr lang="es-ES" sz="3600" dirty="0" err="1"/>
              <a:t>Valorilor</a:t>
            </a:r>
            <a:r>
              <a:rPr lang="es-ES" sz="3600" dirty="0"/>
              <a:t> de </a:t>
            </a:r>
            <a:r>
              <a:rPr lang="es-ES" sz="3600" dirty="0" err="1"/>
              <a:t>frontiera</a:t>
            </a:r>
            <a:r>
              <a:rPr lang="es-ES" sz="3600" dirty="0"/>
              <a:t> (</a:t>
            </a:r>
            <a:r>
              <a:rPr lang="es-ES" sz="3600" dirty="0" err="1"/>
              <a:t>Boundary</a:t>
            </a:r>
            <a:r>
              <a:rPr lang="es-ES" sz="3600" dirty="0"/>
              <a:t> </a:t>
            </a:r>
            <a:r>
              <a:rPr lang="es-ES" sz="3600" dirty="0" err="1"/>
              <a:t>Value</a:t>
            </a:r>
            <a:r>
              <a:rPr lang="es-ES" sz="3600" dirty="0"/>
              <a:t> </a:t>
            </a:r>
            <a:r>
              <a:rPr lang="es-ES" sz="3600" dirty="0" err="1"/>
              <a:t>Analysis</a:t>
            </a:r>
            <a:r>
              <a:rPr lang="es-ES" sz="3600" dirty="0"/>
              <a:t>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42F30-2542-FC6C-7F7C-13E12CC74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0701" y="2963119"/>
            <a:ext cx="3583329" cy="32138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400" dirty="0"/>
              <a:t>Prezenta:</a:t>
            </a:r>
          </a:p>
          <a:p>
            <a:pPr marL="0" indent="0">
              <a:buNone/>
            </a:pPr>
            <a:r>
              <a:rPr lang="pt-BR" sz="2400" dirty="0"/>
              <a:t>B5-(80, 80, 49) </a:t>
            </a:r>
          </a:p>
          <a:p>
            <a:pPr marL="0" indent="0">
              <a:buNone/>
            </a:pPr>
            <a:r>
              <a:rPr lang="pt-BR" sz="2400" dirty="0"/>
              <a:t>B6-(80, 80, 50)</a:t>
            </a:r>
          </a:p>
          <a:p>
            <a:pPr marL="0" indent="0">
              <a:buNone/>
            </a:pPr>
            <a:r>
              <a:rPr lang="pt-BR" sz="2400" dirty="0"/>
              <a:t>B7-(80, 80, 51)</a:t>
            </a:r>
          </a:p>
          <a:p>
            <a:pPr marL="0" indent="0">
              <a:buNone/>
            </a:pPr>
            <a:r>
              <a:rPr lang="en-US" sz="2400" dirty="0"/>
              <a:t>Bursa:</a:t>
            </a:r>
          </a:p>
          <a:p>
            <a:pPr marL="0" indent="0">
              <a:buNone/>
            </a:pPr>
            <a:r>
              <a:rPr lang="en-US" sz="2400" dirty="0"/>
              <a:t>B11-(85, 85, 80)</a:t>
            </a:r>
          </a:p>
          <a:p>
            <a:pPr marL="0" indent="0">
              <a:buNone/>
            </a:pPr>
            <a:r>
              <a:rPr lang="en-US" sz="2400" dirty="0"/>
              <a:t>B12-(84, 85, 80)  </a:t>
            </a:r>
          </a:p>
          <a:p>
            <a:pPr marL="0" indent="0">
              <a:buNone/>
            </a:pPr>
            <a:r>
              <a:rPr lang="en-US" sz="2400" dirty="0"/>
              <a:t>B13-(90, 85, 79)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B5EDC-9E26-ED30-6264-824416539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0316" y="2963119"/>
            <a:ext cx="5032094" cy="32138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400" dirty="0"/>
              <a:t>Rezultat: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trece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Trece</a:t>
            </a:r>
          </a:p>
          <a:p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exact </a:t>
            </a:r>
            <a:r>
              <a:rPr lang="en-US" sz="2400" dirty="0" err="1"/>
              <a:t>prag</a:t>
            </a:r>
            <a:r>
              <a:rPr lang="en-US" sz="2400" dirty="0"/>
              <a:t> → True, </a:t>
            </a:r>
            <a:r>
              <a:rPr lang="en-US" sz="2400" dirty="0" err="1"/>
              <a:t>ia</a:t>
            </a:r>
            <a:r>
              <a:rPr lang="en-US" sz="2400" dirty="0"/>
              <a:t> bursa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sub </a:t>
            </a:r>
            <a:r>
              <a:rPr lang="en-US" sz="2400" dirty="0" err="1"/>
              <a:t>prag</a:t>
            </a:r>
            <a:r>
              <a:rPr lang="en-US" sz="2400" dirty="0"/>
              <a:t> (nota) → False , nu </a:t>
            </a:r>
            <a:r>
              <a:rPr lang="en-US" sz="2400" dirty="0" err="1"/>
              <a:t>ia</a:t>
            </a:r>
            <a:r>
              <a:rPr lang="en-US" sz="2400" dirty="0"/>
              <a:t> bursa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sub </a:t>
            </a:r>
            <a:r>
              <a:rPr lang="en-US" sz="2400" dirty="0" err="1"/>
              <a:t>prag</a:t>
            </a:r>
            <a:r>
              <a:rPr lang="en-US" sz="2400" dirty="0"/>
              <a:t> (</a:t>
            </a:r>
            <a:r>
              <a:rPr lang="en-US" sz="2400" dirty="0" err="1"/>
              <a:t>prezenta</a:t>
            </a:r>
            <a:r>
              <a:rPr lang="en-US" sz="2400" dirty="0"/>
              <a:t>) → False , nu </a:t>
            </a:r>
            <a:r>
              <a:rPr lang="en-US" sz="2400" dirty="0" err="1"/>
              <a:t>ia</a:t>
            </a:r>
            <a:r>
              <a:rPr lang="en-US" sz="2400" dirty="0"/>
              <a:t> bursa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BDD0E-7ED6-C371-C2A8-0B93A285DE25}"/>
              </a:ext>
            </a:extLst>
          </p:cNvPr>
          <p:cNvSpPr txBox="1"/>
          <p:nvPr/>
        </p:nvSpPr>
        <p:spPr>
          <a:xfrm>
            <a:off x="838200" y="1435261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Pentru</a:t>
            </a:r>
            <a:r>
              <a:rPr lang="en-US" sz="2800" dirty="0"/>
              <a:t> </a:t>
            </a:r>
            <a:r>
              <a:rPr lang="en-US" sz="2800" dirty="0" err="1"/>
              <a:t>fiecare</a:t>
            </a:r>
            <a:r>
              <a:rPr lang="en-US" sz="2800" dirty="0"/>
              <a:t> </a:t>
            </a:r>
            <a:r>
              <a:rPr lang="en-US" sz="2800" dirty="0" err="1"/>
              <a:t>clasa</a:t>
            </a:r>
            <a:r>
              <a:rPr lang="en-US" sz="2800" dirty="0"/>
              <a:t> de </a:t>
            </a:r>
            <a:r>
              <a:rPr lang="en-US" sz="2800" dirty="0" err="1"/>
              <a:t>echivalenta</a:t>
            </a:r>
            <a:r>
              <a:rPr lang="en-US" sz="2800" dirty="0"/>
              <a:t> </a:t>
            </a:r>
            <a:r>
              <a:rPr lang="en-US" sz="2800" dirty="0" err="1"/>
              <a:t>alegem</a:t>
            </a:r>
            <a:r>
              <a:rPr lang="en-US" sz="2800" dirty="0"/>
              <a:t> </a:t>
            </a:r>
            <a:r>
              <a:rPr lang="en-US" sz="2800" dirty="0" err="1"/>
              <a:t>valori</a:t>
            </a:r>
            <a:r>
              <a:rPr lang="en-US" sz="2800" dirty="0"/>
              <a:t> de sub </a:t>
            </a:r>
            <a:r>
              <a:rPr lang="en-US" sz="2800" dirty="0" err="1"/>
              <a:t>limita</a:t>
            </a:r>
            <a:r>
              <a:rPr lang="en-US" sz="2800" dirty="0"/>
              <a:t>, la </a:t>
            </a:r>
            <a:r>
              <a:rPr lang="en-US" sz="2800" dirty="0" err="1"/>
              <a:t>limita</a:t>
            </a:r>
            <a:r>
              <a:rPr lang="en-US" sz="2800" dirty="0"/>
              <a:t> </a:t>
            </a:r>
            <a:r>
              <a:rPr lang="en-US" sz="2800" dirty="0" err="1"/>
              <a:t>si</a:t>
            </a:r>
            <a:r>
              <a:rPr lang="en-US" sz="2800" dirty="0"/>
              <a:t> </a:t>
            </a:r>
            <a:r>
              <a:rPr lang="en-US" sz="2800" dirty="0" err="1"/>
              <a:t>peste</a:t>
            </a:r>
            <a:r>
              <a:rPr lang="en-US" sz="2800" dirty="0"/>
              <a:t> </a:t>
            </a:r>
            <a:r>
              <a:rPr lang="en-US" sz="2800" dirty="0" err="1"/>
              <a:t>limita</a:t>
            </a:r>
            <a:r>
              <a:rPr lang="en-US" sz="2800" dirty="0"/>
              <a:t>, in </a:t>
            </a:r>
            <a:r>
              <a:rPr lang="en-US" sz="2800" dirty="0" err="1"/>
              <a:t>acest</a:t>
            </a:r>
            <a:r>
              <a:rPr lang="en-US" sz="2800" dirty="0"/>
              <a:t> mod </a:t>
            </a:r>
            <a:r>
              <a:rPr lang="en-US" sz="2800" dirty="0" err="1"/>
              <a:t>testam</a:t>
            </a:r>
            <a:r>
              <a:rPr lang="en-US" sz="2800" dirty="0"/>
              <a:t> </a:t>
            </a:r>
            <a:r>
              <a:rPr lang="en-US" sz="2800" dirty="0" err="1"/>
              <a:t>limitele</a:t>
            </a:r>
            <a:r>
              <a:rPr lang="en-US" sz="2800" dirty="0"/>
              <a:t> de </a:t>
            </a:r>
            <a:r>
              <a:rPr lang="en-US" sz="2800" dirty="0" err="1"/>
              <a:t>validare</a:t>
            </a:r>
            <a:r>
              <a:rPr lang="en-US" sz="2800" dirty="0"/>
              <a:t> </a:t>
            </a:r>
            <a:r>
              <a:rPr lang="en-US" sz="2800" dirty="0" err="1"/>
              <a:t>dar</a:t>
            </a:r>
            <a:r>
              <a:rPr lang="en-US" sz="2800" dirty="0"/>
              <a:t> </a:t>
            </a:r>
            <a:r>
              <a:rPr lang="en-US" sz="2800" dirty="0" err="1"/>
              <a:t>si</a:t>
            </a:r>
            <a:r>
              <a:rPr lang="en-US" sz="2800" dirty="0"/>
              <a:t> </a:t>
            </a:r>
            <a:r>
              <a:rPr lang="en-US" sz="2800" dirty="0" err="1"/>
              <a:t>cele</a:t>
            </a:r>
            <a:r>
              <a:rPr lang="en-US" sz="2800" dirty="0"/>
              <a:t> </a:t>
            </a:r>
            <a:r>
              <a:rPr lang="en-US" sz="2800" dirty="0" err="1"/>
              <a:t>logice</a:t>
            </a:r>
            <a:r>
              <a:rPr lang="en-US" sz="2800" dirty="0"/>
              <a:t> </a:t>
            </a:r>
            <a:r>
              <a:rPr lang="en-US" sz="2800" dirty="0" err="1"/>
              <a:t>impuse</a:t>
            </a:r>
            <a:r>
              <a:rPr lang="en-US" sz="2800" dirty="0"/>
              <a:t> de </a:t>
            </a:r>
            <a:r>
              <a:rPr lang="en-US" sz="2800" dirty="0" err="1"/>
              <a:t>aplicatie</a:t>
            </a:r>
            <a:r>
              <a:rPr lang="en-US" sz="2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67268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E4D2-5C84-0C61-4BD2-F34671101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00" y="3165044"/>
            <a:ext cx="10317480" cy="354204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Analiza la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nivel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conditie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+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Circuite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independente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Obiectiv</a:t>
            </a:r>
            <a: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acoperire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nivel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conditie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pentru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deciziile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din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metodele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is_valid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trecut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eligibil_bursa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acoperire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pe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circuite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independente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pentru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fluxurile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principale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din: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trecut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categorie_nota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Conditii</a:t>
            </a:r>
            <a: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urmarite</a:t>
            </a:r>
            <a: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is_valid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fiecare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conditie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forma x &lt; 0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sau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x &gt; 100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evaluata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pe True/False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trecut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prezenta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&lt; 50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nota &gt;= 50 evaluate pe True/False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eligibil_bursa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(nota &gt;= 85)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prezenta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&gt;= 80) evaluate pe True/False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Circuite</a:t>
            </a:r>
            <a: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independente</a:t>
            </a:r>
            <a: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urmarite</a:t>
            </a:r>
            <a:r>
              <a:rPr lang="en-US" sz="2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trecut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invalid input,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prezenta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sub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prag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trecut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picat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din nota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categorie_nota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Picat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Bine,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Foarte</a:t>
            </a:r>
            <a: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bine, </a:t>
            </a:r>
            <a:r>
              <a:rPr lang="en-US" sz="29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Excelent</a:t>
            </a: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5617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570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Proiect TSS Testare Unitara in Python</vt:lpstr>
      <vt:lpstr>Structura Proiectului</vt:lpstr>
      <vt:lpstr>Partitionare in clase de echivalenta (Equivalence partitioning)</vt:lpstr>
      <vt:lpstr>Analiza Valorilor de frontiera (Boundary Value Analysis)</vt:lpstr>
      <vt:lpstr>Analiza la nivel de conditie + Circuite independente  Obiectiv: - acoperire la nivel de conditie pentru deciziile din metodele: is_valid, trecut, eligibil_bursa - acoperire pe circuite independente pentru fluxurile principale din: trecut si categorie_nota   Conditii urmarite: - is_valid: fiecare conditie de forma x &lt; 0 sau x &gt; 100 evaluata pe True/False - trecut: prezenta &lt; 50 si nota &gt;= 50 evaluate pe True/False - eligibil_bursa: (nota &gt;= 85) si (prezenta &gt;= 80) evaluate pe True/False  Circuite independente urmarite: - trecut: invalid input, prezenta sub prag, trecut, picat din nota - categorie_nota: Picat, Bine, Foarte bine, Excelent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SEBASTIAN-GEORGE BALAUR</dc:creator>
  <cp:lastModifiedBy>SEBASTIAN-GEORGE BALAUR</cp:lastModifiedBy>
  <cp:revision>5</cp:revision>
  <dcterms:created xsi:type="dcterms:W3CDTF">2026-04-21T07:58:17Z</dcterms:created>
  <dcterms:modified xsi:type="dcterms:W3CDTF">2026-04-22T02:49:21Z</dcterms:modified>
</cp:coreProperties>
</file>